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《开源软件与新技术》</a:t>
            </a:r>
          </a:p>
          <a:p>
            <a:pPr>
              <a:defRPr sz="2500" b="1">
                <a:solidFill>
                  <a:srgbClr val="FFFFFF"/>
                </a:solidFill>
                <a:latin typeface="微软雅黑"/>
              </a:defRPr>
            </a:pPr>
            <a:r>
              <a:t>实验08 软件运行监控与可观测性平台</a:t>
            </a:r>
          </a:p>
          <a:p>
            <a:pPr>
              <a:defRPr sz="1300" b="0">
                <a:solidFill>
                  <a:srgbClr val="DDDDFF"/>
                </a:solidFill>
                <a:latin typeface="微软雅黑"/>
              </a:defRPr>
            </a:pPr>
            <a:r>
              <a:t>课程实验成品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201168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实验08 软件运行监控与可观测性平台</a:t>
            </a:r>
          </a:p>
          <a:p>
            <a:pPr>
              <a:defRPr sz="1500" b="0">
                <a:solidFill>
                  <a:srgbClr val="64748B"/>
                </a:solidFill>
                <a:latin typeface="微软雅黑"/>
              </a:defRPr>
            </a:pPr>
            <a:r>
              <a:t>FastAPI 真实埋点 + Prometheus 抓取与告警 + 从零设计的 10 面板 Grafana Dashboard</a:t>
            </a:r>
          </a:p>
          <a:p>
            <a:pPr>
              <a:defRPr sz="10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defRPr sz="1400" b="1">
                <a:solidFill>
                  <a:srgbClr val="4F46E5"/>
                </a:solidFill>
                <a:latin typeface="微软雅黑"/>
              </a:defRPr>
            </a:pPr>
            <a:r>
              <a:t>王锐兵（软件2304，学号 23110506126）</a:t>
            </a:r>
          </a:p>
          <a:p>
            <a:pPr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仓库：github.com/remchang/observability-platform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1. 解决什么实际问题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「服务能启动」不等于「能稳定运行」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没有指标时，运维只能在用户报错后翻日志猜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有指标才能回答的三个问题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何时变慢 / 影响多大 / 哪个组件异常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六个具体困境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用户说「刚才很慢」，什么时候慢的？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是所有人都慢还是少数请求慢？（p50 vs p95）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是量大了还是服务变差了？（请求速率 vs 在途数）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多少用户遇到错误？内存涨了是泄漏吗？监控自己会不会先挂？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指标能回答「发生了什么」，回答「为什么」需要日志与追踪配合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2. 用了哪个开源项目、固定在哪个版本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Prometheus 3.x（Apache-2.0）—— 抓取、存储、PromQL、告警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Grafana OSS 13.x —— 可视化。**注意：AGPL-3.0**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prometheus-client 0.26.0（Apache-2.0）—— 实际安装并实跑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psutil 7.2.2（BSD-3-Clause）—— 补 Windows 进程指标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⚠️ AGPL 义务要专门说明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Grafana 是本实验唯一强 copyleft 组件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本仓库**不包含也不分发**它的任何代码或二进制，只给下载地址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若要对外部署，必须保留声明并提供源码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AGPL 与 MIT 不兼容，所以只能文档里给地址，不能打包进来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3. 基线是什么样 vs 我改了什么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Prometheus 提供抓取、TSDB、PromQL、告警执行；Grafana 提供面板渲染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我实现的设计与代码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指标设计表（问题 → 指标 → 类型 → 单位 → 标签 → 桶）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应用埋点中间件（7 个指标，三类语义）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**高基数控制的实现与强制**（4 条测试）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Windows 进程指标补充 collector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抓取配置 + **9 条告警规则，每条都写「阈值依据」**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**从零设计的 10 面板 Dashboard + 2 个模板变量**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Grafana provisioning 配置（配置即代码）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受控负载脚本（三种模式，拒绝非本机目标）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66 条自动化测试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明确不导入社区面板 —— 现成面板导入不等于自主设计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4. 高基数控制（本实验最重要的纪律）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标签只允许有界集合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method（约 7 个）/ route（**模板路由**）/ status（10~20 个）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**绝对禁止**：用户 ID、原始 URL、会话/请求 ID、异常消息文本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为什么这么严：基数是乘积关系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序列数 = |method| × |route| × |status|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本应用 7 × 8 × 20 ≈ **1120 条**（可控）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用原始 URL 时 7 × 100000 × 20 = **1400 万条**（必崩）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后果链条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内存爆 → 查询超时 → /metrics 变长 → 抓取超时 → **Prometheus 自己被压垮**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实测证据（真实 /metrics 输出）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10B981"/>
                </a:solidFill>
                <a:latin typeface="微软雅黑"/>
              </a:defRPr>
            </a:pPr>
            <a:r>
              <a:t>route="/api/items/{item_id}" 计数 2.0 —— 访问了 ID 1 和 2，只有一条序列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10B981"/>
                </a:solidFill>
                <a:latin typeface="微软雅黑"/>
              </a:defRPr>
            </a:pPr>
            <a:r>
              <a:t>route 标签取值个数 = 3（不是请求次数）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监控系统的崩溃往往是监控自己造成的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5. 自主设计的 Dashboard + 异常实验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10 个面板，每个都写清「回答什么问题」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① up ② app_up ③ 5xx 错误率（带分母保护）④ 请求速率（按路由）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⑤ p50/p95/p99 + 平均值对比 ⑥ 状态码分布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⑦ 进程 CPU ⑧ 进程内存 ⑨ 在途请求数 ⑩ 抓取耗时（预测性）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几个刻意的设计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⑤ 同时画分位数**和平均值**，直观展示「平均值掩盖长尾」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③ 带分母保护：低流量时显示「无流量」而不是误导性的高比例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所有面板都设 unit 与 noValue；面板阈值与告警阈值一致（有测试强制）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四个受控实验（脚本已就绪）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A 负载变化 / B 延迟注入（p95 涨而 p50 变化小）/ C 错误注入 / D 停机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阈值全部来自「正常基线 vs 受控实验水平」的区间，不是拍脑袋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6. 一段代码 + 一项测试结果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★ 踩过的坑：中间件在路由之前运行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第一版在 call_next **之前**取 request.scope["route"]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中间件包在应用外面，那时 Starlette 还没做路由匹配，值是 None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结果：**所有请求的 route 标签都是 unmatched**，模板路由完全失效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代码不报错，而且序列数少得可疑地好看，容易误以为「基数控制得很好」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是 assert 0.0 == 1.0 才暴露的；修法是把取值挪到 call_next 之后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另一个坑：TestClient 默认把服务端异常抛回测试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必须 raise_server_exceptions=False，否则测不了「异常有没有被计入 5xx」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测试结果（真实执行）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pytest tests -q → **66 passed in 4.95s**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「标签值不对」不会报错，只会让数据静默错位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7. ★ 最大的限制：Prometheus / Grafana 未安装成功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本机网络实测约 100 KB/s，且 GitHub 下载在当前环境被拦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Prometheus（约 100MB）与 Grafana（约 200MB）**均未下载完成**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因此这些全部未验证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Targets UP、PromQL 实际返回值、Grafana 数据源连接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Dashboard 曲线、异常实验的曲线变化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promtool check config / check rules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EF4444"/>
                </a:solidFill>
                <a:latin typeface="微软雅黑"/>
              </a:defRPr>
            </a:pPr>
            <a:r>
              <a:t>**本报告里没有任何「曲线符合预期」的断言**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reports/timeline.md 是**空模板**，没有编造数据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替代验证的覆盖程度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配置 中 / PromQL 中 / Dashboard 中 / **曲线随负载变化 —— 零**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已经实跑并留证的是：应用真实运行、66 条测试、真实 /metrics 输出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8. 开发计划与 Git 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9 个非合并提交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chore(baseline) 许可证（含 AGPL 说明）+ 指标设计 + 依赖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feat(metrics) 有界标签的指标定义 + Windows 补充 collector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feat(app) 埋点中间件 + /metrics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feat(prometheus) 抓取配置 + 9 条带阈值依据的告警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feat(grafana) 自设计的 10 面板 Dashboard + provisioning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feat(load) 拒绝非本机目标的负载脚本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test(tests) 66 条 / feat(scripts) 一键脚本 / docs 文档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证据：8 个 Issue，PR #9 已合并，12 项自我 Review 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Issue #7 专门记录环境限制与教训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9. 教训与后续改进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EF4444"/>
                </a:solidFill>
                <a:latin typeface="微软雅黑"/>
              </a:defRPr>
            </a:pPr>
            <a:r>
              <a:t>**教训：这已经是第三次因为在写代码前没确认环境而返工**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（实验03、07、08 都踩了同一个坑）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**环境确认应该是第 0 步，不是写完代码之后的第 1 步**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后续改进方向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在能联网的机器上补齐 Prometheus / Grafana，跑完 A~D 四个实验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做 p95 延迟与 SLO / Error Budget 面板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接入关联 ID、日志与分布式追踪入口（补上「为什么」这一层）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支持多实例 / 多 worker 的指标聚合（multiprocess 模式）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配 Altermanager 通知渠道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指标只回答了「发生了什么」，「为什么」是下一步要补的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